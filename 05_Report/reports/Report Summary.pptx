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7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76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38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3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2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0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9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67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7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6ECC2-2B13-4C5E-A9D3-D2240ECCB521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B28D3D-7055-40CD-AA5C-764FC7E46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687" y="151403"/>
            <a:ext cx="5366993" cy="77242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Problem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86" y="1075230"/>
            <a:ext cx="5480115" cy="555181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Evergreen wants to provide maize farmers in Rwanda better evidence on how much Urea to apply in their farms and when.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Targeted farmers already use different application strategies, but it is not clear to them which approach produces better yields under different growing conditions.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Evergreen acknowledges that applying more fertilizer does not automatically guarantee a better harvest.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Company wants more evidence to help farmers need make more informed fertilizer decisions.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064" y="4314588"/>
            <a:ext cx="4006391" cy="2086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395" y="1638718"/>
            <a:ext cx="3748733" cy="21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14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687" y="151403"/>
            <a:ext cx="5366993" cy="77242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Solution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87" y="1075230"/>
            <a:ext cx="5894894" cy="564608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Analyzed trial data collected across three growing seasons and several agricultural environments.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Compared four strategies:</a:t>
            </a:r>
          </a:p>
          <a:p>
            <a:pPr lvl="1" algn="l"/>
            <a:r>
              <a:rPr lang="en-US" dirty="0" smtClean="0"/>
              <a:t>- 50 kg/ha, applied at V6.</a:t>
            </a:r>
          </a:p>
          <a:p>
            <a:pPr lvl="1" algn="l"/>
            <a:r>
              <a:rPr lang="en-US" dirty="0" smtClean="0"/>
              <a:t>- 100 kg/ha, split between planting and V6.</a:t>
            </a:r>
          </a:p>
          <a:p>
            <a:pPr lvl="1" algn="l"/>
            <a:r>
              <a:rPr lang="en-US" dirty="0" smtClean="0"/>
              <a:t>- 100 kg/ha, split between V6 and V10.</a:t>
            </a:r>
          </a:p>
          <a:p>
            <a:pPr lvl="1" algn="l"/>
            <a:r>
              <a:rPr lang="en-US" dirty="0" smtClean="0"/>
              <a:t>- 100 kg/ha, applied entirely at V6.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Examined yields across seasons and agricultural environments.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Used statistical models to compare treatments while accounting for seasonal, environmental and field differences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77" y="1585853"/>
            <a:ext cx="4769964" cy="26373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6444792" y="6052013"/>
            <a:ext cx="5668651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FF"/>
                </a:solidFill>
              </a:rPr>
              <a:t>Central message:</a:t>
            </a:r>
            <a:r>
              <a:rPr lang="en-US" sz="1400" dirty="0" smtClean="0">
                <a:solidFill>
                  <a:srgbClr val="FFFFFF"/>
                </a:solidFill>
              </a:rPr>
              <a:t> Rather than relying on individual farmers' experiences or raw averages alone, we used trial data and statistical analysis to compare the four strategies.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15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687" y="151403"/>
            <a:ext cx="5366993" cy="77242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Outcome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87" y="1075230"/>
            <a:ext cx="5366993" cy="5250156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Applying 100 kg of Urea fertilizer per hectares entirely 6 months after planting produced the highest estimated average yield: approximately 5.12 </a:t>
            </a:r>
            <a:r>
              <a:rPr lang="en-US" dirty="0" err="1" smtClean="0"/>
              <a:t>tonnes</a:t>
            </a:r>
            <a:r>
              <a:rPr lang="en-US" dirty="0" smtClean="0"/>
              <a:t> per hectare.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Splitting the same total amount and applying after 6 and 10 months produced a very similar yield of approximately 5.07 </a:t>
            </a:r>
            <a:r>
              <a:rPr lang="en-US" dirty="0" err="1" smtClean="0"/>
              <a:t>tonnes</a:t>
            </a:r>
            <a:r>
              <a:rPr lang="en-US" dirty="0" smtClean="0"/>
              <a:t> per hectare.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Both of these strategies produced significantly higher yields than applying 50 kg of Urea fertilizer per hectare entirely 6 months after planting.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Treatments were not significantly different by season or agricultural environment.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702459" y="5967170"/>
            <a:ext cx="5344998" cy="7386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FFFF00"/>
                </a:solidFill>
              </a:rPr>
              <a:t>Central message:</a:t>
            </a:r>
            <a:r>
              <a:rPr lang="en-US" sz="1400" dirty="0" smtClean="0">
                <a:solidFill>
                  <a:srgbClr val="FFFF00"/>
                </a:solidFill>
              </a:rPr>
              <a:t> The two strategies that applied 100kg of fertilizer per hectare from 6 months onward after planting performed best on average, but neither was proven superior to the other.</a:t>
            </a:r>
            <a:endParaRPr lang="en-US" sz="1400" dirty="0">
              <a:solidFill>
                <a:srgbClr val="FFFF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772" y="2039566"/>
            <a:ext cx="4689685" cy="26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89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687" y="151403"/>
            <a:ext cx="5366993" cy="77242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The Implication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87" y="1244338"/>
            <a:ext cx="5282152" cy="547697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smtClean="0"/>
              <a:t>There is a promising option to consider:</a:t>
            </a:r>
            <a:r>
              <a:rPr lang="en-US" dirty="0" smtClean="0"/>
              <a:t>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 smtClean="0"/>
              <a:t>Under the conditions represented in this trial, applying 100 kg of fertilizer per hectare entirely 6 months after planting was associated with the highest estimated average yield.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 smtClean="0"/>
              <a:t>Splitting the application may also be a viable option: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 smtClean="0"/>
              <a:t>Applying half of fertilizer at 6 months and half at 10 months produced comparable yields. 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 smtClean="0"/>
              <a:t>It’s  a strategy worth considering as long as the timing and logistics of a second application are manageable.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0738" y="5882327"/>
            <a:ext cx="5231876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solidFill>
                  <a:srgbClr val="FFFF00"/>
                </a:solidFill>
              </a:rPr>
              <a:t>Central message:</a:t>
            </a:r>
            <a:r>
              <a:rPr lang="en-US" sz="1600" dirty="0" smtClean="0">
                <a:solidFill>
                  <a:srgbClr val="FFFF00"/>
                </a:solidFill>
              </a:rPr>
              <a:t> More fertilizer is not automatically more profitable. The trial analysis focused on yields, not fertilizer costs, labor, maize prices, or profits.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800" y="4128941"/>
            <a:ext cx="4075755" cy="21304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5865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418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The Problem</vt:lpstr>
      <vt:lpstr>The Solution</vt:lpstr>
      <vt:lpstr>The Outcome</vt:lpstr>
      <vt:lpstr>The Implication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2026-10-26T14:56:24Z</dcterms:created>
  <dcterms:modified xsi:type="dcterms:W3CDTF">2026-10-26T15:53:45Z</dcterms:modified>
</cp:coreProperties>
</file>